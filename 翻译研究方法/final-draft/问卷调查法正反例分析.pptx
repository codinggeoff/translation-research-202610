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7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问卷调查法在翻译研究中的应用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正反案例：口译笔记熟练度与MTPE接受度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Questionnaire Survey in Translation Studies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2026 年 10 月 12 日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700" b="1" i="0">
              <a:solidFill>
                <a:srgbClr val="0E7C86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3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研究背景与判断标准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正例：口译笔记熟练度量表的开发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val 7"/>
          <p:cNvSpPr/>
          <p:nvPr>
            <p:custDataLst>
              <p:tags r:id="rId5"/>
            </p:custDataLst>
          </p:nvPr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反例：机器翻译译后编辑（MTPE）态度问卷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研究背景与判断标准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为什么选这两个案例？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两篇论文都拿翻译专业学生做调查，都用问卷收集数据。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正例：周金华、董燕萍（2019），目标是开发一份量表。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反例：Yang &amp; Mustafa（2022），想了解学生对机器翻译译后编辑的态度。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把它们放在一起，看问题、题目、样本、分析、结论这几步对不对得上。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如何</a:t>
            </a: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判断一份问卷好不好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研究问题：先想清楚要做什么。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概念与题目：抽象概念要变成能回答的题。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抽样与施测：发给谁、怎么抽、收回多少，要交代。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分析与结论：数据撑不撑得起结论。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信度是测得稳不稳，效度是测得准不准。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正例：口译笔记熟练度量表的开发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正例要做什么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周金华、董燕萍（2019），发在《外语教学与研究》。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目标：做一份量表，测交传学习者的笔记熟练度。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笔记熟练度看不见、摸不着，只能让学生自评。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作者把它分成四个维度：听记协调、时效性、系统性、使用。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第一步：把概念定清楚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4_constru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472" y="3931920"/>
            <a:ext cx="5907024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24184" y="3913632"/>
            <a:ext cx="5943600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42472" y="5715000"/>
            <a:ext cx="5907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构念来源：日志 + 访谈（p4）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笔记熟练度是个抽象概念，作者先把它拆开。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依据：72 份学习日志、4 名学生译员、6 名口译教师的访谈。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先定清楚要测什么，后面写题才有方向。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第二步：写题、试测、正式测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9285" y="1691640"/>
            <a:ext cx="3800754" cy="23093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30997" y="1673352"/>
            <a:ext cx="3837330" cy="23458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9285" y="4046679"/>
            <a:ext cx="38007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题项编写 74 题（p5）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285" y="4275279"/>
            <a:ext cx="3800754" cy="1531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0997" y="4256991"/>
            <a:ext cx="3837330" cy="15677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9285" y="5852160"/>
            <a:ext cx="380075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试测 54 人、删 7 留 21（p5）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7126325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写题：先写出 74 题，经过 3 轮讨论，删到 28 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试测：54 名学生试答，删掉 7 题，留下 21 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正式测：144 名学生完成 21 题，再检验信度和效度。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信度：测得稳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信度 α=.901（论文 p8）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总量表 α=.901，四个维度也都在 .772 以上。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α 表示题目之间一不一致，越接近 1 越稳。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.901 说明这 21 题高度一致，反复测结果差不多。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效度：测得准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内容效度 CVI=1（p8）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因素分析 60.49%（p9）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内容效度：8 名专家评，CVI 全是 1.00，题目内容没问题。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结构效度：因素分析分出 4 个维度，正好对上预设，解释 60.49%。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11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效标 + 局限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效标系数 .473 / .539 / .556（p10）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效标效度：分数和练习量、动机、口译成绩都显著相关。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局限：自评不等于真实技能，因素分析只在一个样本做。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相关也不能证明练习导致提高。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12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反例：机器翻译译后编辑（MTPE）态度问卷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13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反例要做什么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 &amp; Mustafa（2022）。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问：学生对机器翻译译后编辑的态度。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问卷：6 道打分题加 4 道开放题，127 名学生。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结果：学生总体觉得有用。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14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反例的问题（一）：框架和题目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" y="2863850"/>
            <a:ext cx="5316855" cy="23768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76630" y="2773680"/>
            <a:ext cx="5386070" cy="246697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480" y="5401310"/>
            <a:ext cx="5316855" cy="5187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TAM 框架（p3）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fan_p0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075" y="581660"/>
            <a:ext cx="4037965" cy="52247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66990" y="748665"/>
            <a:ext cx="4101465" cy="507619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3856" y="5852160"/>
            <a:ext cx="220618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问卷 6 题（p4）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10385"/>
            <a:ext cx="8721090" cy="11233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借了 TAM 框架，说要测有用性和易用性。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但 6 道题是自己编的，没沿用现成量表，也没评审、没试测。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15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反例的问题（二）：样本和信效度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57800" cy="24664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250301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4203799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被试 127 人（p4）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5" descr="fan_p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432399"/>
            <a:ext cx="5257800" cy="11501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4414111"/>
            <a:ext cx="5294376" cy="118671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628263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信度 α=.714 / .835（p6）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抽样：只说了 127 名学生，没写怎么抽、收回多少。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信度报了（α=.714 / .835），但没报效度。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16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反例的问题（三）：拿单题当概念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单题相关（论文 p5）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拿 Q6 一道题和成绩算相关，Q2 一道题和另一门成绩算相关。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应该把同维度的 3 题合成一个分数再算。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而且相关不等于因果。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17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反例怎么改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题目用现成量表，或者先验证。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不要只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拿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一道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题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结果得出结论，几道题得分相互检验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结论收窄到这批学生</a:t>
            </a:r>
            <a:r>
              <a:rPr lang="zh-CN"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，而不是全国翻译专业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18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参考文献与依据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周金华、董燕萍（2019）．口译笔记熟练度量表的开发．《外语教学与研究》，51(6)，925–937。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Yang, Z., &amp; Mustafa, H. R. (2022). On postediting of machine translation and workflow for undergraduate translation program in China. Human Behavior and Emerging Technologies, 2022, 5793054.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Kuznik, A., Hurtado Albir, A., &amp; Espinal Berenguer, A. (2010). The use of social surveys in Translation Studies. MonTI 2trans.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Harkness, J., Pennell, B. E., &amp; Schoua-Glusberg, A. (2004). Survey questionnaire translation and assessment.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补充网络来源：Wiley原文 https://onlinelibrary.wiley.com/doi/10.1155/2022/5793054；MonTI综述 https://www.raco.cat/index.php/MonTI/article/download/301211/390682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22 / 22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2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3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4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5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6.xml><?xml version="1.0" encoding="utf-8"?>
<p:tagLst xmlns:p="http://schemas.openxmlformats.org/presentationml/2006/main">
  <p:tag name="KSO_WM_DIAGRAM_VIRTUALLY_FRAME" val="{&quot;height&quot;:264.24,&quot;left&quot;:410.4,&quot;top&quot;:116.64000000000001,&quot;width&quot;:505.43999999999994}"/>
</p:tagLst>
</file>

<file path=ppt/tags/tag7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2352</Words>
  <Application>WPS 演示</Application>
  <PresentationFormat>宽屏</PresentationFormat>
  <Paragraphs>188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Times New Roman</vt:lpstr>
      <vt:lpstr>黑体</vt:lpstr>
      <vt:lpstr>微软雅黑</vt:lpstr>
      <vt:lpstr>Arial Unicode MS</vt:lpstr>
      <vt:lpstr>Calibri Light</vt:lpstr>
      <vt:lpstr>FFont-Family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臻</cp:lastModifiedBy>
  <cp:revision>118</cp:revision>
  <dcterms:created xsi:type="dcterms:W3CDTF">2018-09-11T09:25:00Z</dcterms:created>
  <dcterms:modified xsi:type="dcterms:W3CDTF">2026-09-30T08:10:50Z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BFA146773F4A4283BE0830DBF4813C0B_13</vt:lpwstr>
  </property>
</Properties>
</file>