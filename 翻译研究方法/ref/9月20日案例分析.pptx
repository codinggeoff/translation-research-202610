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1120" y="64"/>
      </p:cViewPr>
      <p:guideLst>
        <p:guide orient="horz" pos="207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2026/9/19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DEFE5-4564-9317-D052-4EF4D172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/>
              <a:t>The use of prompt engineering: An example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8ED28-B700-E704-FBF2-C9BC7D34F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Genre Features:</a:t>
            </a:r>
          </a:p>
          <a:p>
            <a:pPr>
              <a:buFontTx/>
              <a:buChar char="-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Variation in performance across different genres</a:t>
            </a:r>
          </a:p>
          <a:p>
            <a:pPr>
              <a:buFontTx/>
              <a:buChar char="-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Adaptability to genre-specific conventions</a:t>
            </a:r>
          </a:p>
          <a:p>
            <a:pPr marL="137148" indent="0">
              <a:buNone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48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simply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ask ChatGPT to translate sentence – ask ChatGPT about the specific feature of the genre – ask ChatGPT to translate while paying attention to the specific feature (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ChatGPT-4o, Accessed on Jan 17, 2026)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554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香港故宮三星堆｜戴金面罩人頭像| 文博漫遊| 文化精華| 當代中國">
            <a:extLst>
              <a:ext uri="{FF2B5EF4-FFF2-40B4-BE49-F238E27FC236}">
                <a16:creationId xmlns:a16="http://schemas.microsoft.com/office/drawing/2014/main" id="{13331F19-23B4-E0D7-8458-C6A14C9292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20688"/>
            <a:ext cx="3312368" cy="247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F3D33D4-6AC5-CC0C-6D2C-910908F45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98" y="3130363"/>
            <a:ext cx="7850788" cy="34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39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文本, 信件&#10;&#10;AI 生成的内容可能不正确。">
            <a:extLst>
              <a:ext uri="{FF2B5EF4-FFF2-40B4-BE49-F238E27FC236}">
                <a16:creationId xmlns:a16="http://schemas.microsoft.com/office/drawing/2014/main" id="{81A60FBB-7C80-3FE4-AF32-2AF42BB97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7992888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28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232B2-E379-F7C8-D0EE-6C4D9119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9DCD2B2-F94D-8C95-0CD6-53234BEA3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64" y="1736812"/>
            <a:ext cx="8363272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91713-0015-DE8C-3BE2-9C183F2D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ask ChatGPT to translate sentence while paying attention to the genre features (the features were not specified in the prompt) (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ChatGPT-4o, Accessed on Jan 17, 2026)</a:t>
            </a:r>
            <a:b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sz="20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E527638-F917-E196-21B4-6722DBDB2D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40768"/>
            <a:ext cx="7200800" cy="52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2D808-21E0-7728-2F50-68E10556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sz="2000" b="1" dirty="0">
                <a:solidFill>
                  <a:srgbClr val="B74B6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br>
              <a:rPr lang="en-US" altLang="zh-CN" sz="2000" b="1" dirty="0">
                <a:solidFill>
                  <a:srgbClr val="B74B6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B74B6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 comparison of three versions</a:t>
            </a:r>
            <a:br>
              <a:rPr lang="en-US" altLang="zh-CN" sz="4800" b="1" dirty="0">
                <a:solidFill>
                  <a:srgbClr val="B74B63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9B7C4D-1A32-CD47-F843-26115559CAA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9532" y="1268760"/>
            <a:ext cx="8424936" cy="58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1" indent="-342891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HK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ST: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戴金面罩青铜人头像，出土于四川广汉三星堆遗址，是我国迄今发现的最早的青铜人像之一。整件头像金光熠熠，气度非凡，驰名中外。</a:t>
            </a:r>
            <a:endParaRPr lang="en-HK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891" indent="-342891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bronze head of a man wearing a gold mask, excavated at the Sanxingdui site in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Guanghan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Sichuan, is one of the earliest bronze human figures ever found in China. It is one of the earliest bronze figures ever found in China.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head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famous in China and abroad for its glittering gold and extraordinary elegance.</a:t>
            </a:r>
          </a:p>
          <a:p>
            <a:pPr marL="342891" indent="-342891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Wearing a golden mask, the bronze statue of a human head was unearthed at the Sanxingdui archaeological site in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Guanghan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Sichuan. It is one of the earliest bronze human statues discovered in China.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head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emits a dazzling golden light, exuding extraordinary grace and gaining fame both domestically and internationally.</a:t>
            </a:r>
          </a:p>
          <a:p>
            <a:pPr marL="342891" indent="-342891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kumimoji="1" lang="zh-CN" altLang="en-US" sz="1867" dirty="0"/>
          </a:p>
        </p:txBody>
      </p:sp>
    </p:spTree>
    <p:extLst>
      <p:ext uri="{BB962C8B-B14F-4D97-AF65-F5344CB8AC3E}">
        <p14:creationId xmlns:p14="http://schemas.microsoft.com/office/powerpoint/2010/main" val="52470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E53EF-BBA2-690C-C533-E5CC4079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6E9D8-0FD5-7561-9E58-472026E04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version: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Bronze Head with a Golden Mask, which was unearthed at the Sanxingdui archaeological site in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Guanghan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Sichuan Province</a:t>
            </a:r>
            <a:r>
              <a:rPr lang="en-HK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of the earliest bronze human figures discovered in China to date. </a:t>
            </a:r>
            <a:r>
              <a:rPr lang="en-US" altLang="zh-C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figure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widely recognized for its glittering gold mask and its extraordinary craftsmanship. 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018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E2NzE3ZDc2NjU4NWFjZWQ5ZTEzZTAzMjZmMzIxNDc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328</Words>
  <Application>Microsoft Office PowerPoint</Application>
  <PresentationFormat>全屏显示(4:3)</PresentationFormat>
  <Paragraphs>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Calibri</vt:lpstr>
      <vt:lpstr>Times New Roman</vt:lpstr>
      <vt:lpstr>Wingdings</vt:lpstr>
      <vt:lpstr>默认设计模板</vt:lpstr>
      <vt:lpstr>The use of prompt engineering: An example</vt:lpstr>
      <vt:lpstr>PowerPoint 演示文稿</vt:lpstr>
      <vt:lpstr>PowerPoint 演示文稿</vt:lpstr>
      <vt:lpstr>PowerPoint 演示文稿</vt:lpstr>
      <vt:lpstr>Prompt Scenario 2: ask ChatGPT to translate sentence while paying attention to the genre features (the features were not specified in the prompt) (ChatGPT-4o, Accessed on Jan 17, 2026) </vt:lpstr>
      <vt:lpstr>  A comparison of three versions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_x000b_Translation Theories </dc:title>
  <dc:creator>吴边</dc:creator>
  <cp:lastModifiedBy>边 吴</cp:lastModifiedBy>
  <cp:revision>71</cp:revision>
  <dcterms:created xsi:type="dcterms:W3CDTF">2021-03-03T12:16:00Z</dcterms:created>
  <dcterms:modified xsi:type="dcterms:W3CDTF">2026-09-19T13:24:19Z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2052-11.1.0.12313</vt:lpwstr>
  </property>
  <property fmtid="{D5CDD505-2E9C-101B-9397-08002B2CF9AE}" pid="3" name="ICV">
    <vt:lpwstr>C015D6413B91411C9A1CB84E0490C3C0</vt:lpwstr>
  </property>
</Properties>
</file>