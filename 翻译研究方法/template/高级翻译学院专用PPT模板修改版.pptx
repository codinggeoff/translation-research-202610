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98" r:id="rId5"/>
    <p:sldId id="299" r:id="rId6"/>
    <p:sldId id="300" r:id="rId7"/>
    <p:sldId id="301" r:id="rId8"/>
    <p:sldId id="284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5456"/>
    <a:srgbClr val="03A9F0"/>
    <a:srgbClr val="5B9BD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51" d="100"/>
          <a:sy n="51" d="100"/>
        </p:scale>
        <p:origin x="77" y="547"/>
      </p:cViewPr>
      <p:guideLst>
        <p:guide orient="horz" pos="213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70" d="100"/>
          <a:sy n="70" d="100"/>
        </p:scale>
        <p:origin x="25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96566E-A135-47C5-B666-D77ED219465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0E1E66-0EA3-46B4-8216-B1B8BE711FF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00BAA7-22A5-49C2-BA97-E6B0C9CFDA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D9F56C-685E-485A-BF04-BF7465453AF0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2276872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9" name="矩形 8"/>
          <p:cNvSpPr/>
          <p:nvPr userDrawn="1"/>
        </p:nvSpPr>
        <p:spPr>
          <a:xfrm>
            <a:off x="8975543" y="2276871"/>
            <a:ext cx="3264363" cy="26882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7596491" y="2468893"/>
            <a:ext cx="576064" cy="577112"/>
            <a:chOff x="6084168" y="1274820"/>
            <a:chExt cx="432048" cy="432834"/>
          </a:xfrm>
        </p:grpSpPr>
        <p:sp>
          <p:nvSpPr>
            <p:cNvPr id="11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2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3" name="组合 12"/>
          <p:cNvGrpSpPr/>
          <p:nvPr userDrawn="1"/>
        </p:nvGrpSpPr>
        <p:grpSpPr>
          <a:xfrm>
            <a:off x="5868299" y="2469417"/>
            <a:ext cx="576064" cy="576064"/>
            <a:chOff x="4788024" y="1275213"/>
            <a:chExt cx="432048" cy="432048"/>
          </a:xfrm>
        </p:grpSpPr>
        <p:sp>
          <p:nvSpPr>
            <p:cNvPr id="14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5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6" name="组合 15"/>
          <p:cNvGrpSpPr/>
          <p:nvPr userDrawn="1"/>
        </p:nvGrpSpPr>
        <p:grpSpPr>
          <a:xfrm>
            <a:off x="6732395" y="2468893"/>
            <a:ext cx="577111" cy="577112"/>
            <a:chOff x="5436096" y="1274820"/>
            <a:chExt cx="432833" cy="432834"/>
          </a:xfrm>
        </p:grpSpPr>
        <p:sp>
          <p:nvSpPr>
            <p:cNvPr id="17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8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19" name="组合 18"/>
          <p:cNvGrpSpPr/>
          <p:nvPr userDrawn="1"/>
        </p:nvGrpSpPr>
        <p:grpSpPr>
          <a:xfrm>
            <a:off x="4140107" y="2468893"/>
            <a:ext cx="577111" cy="577112"/>
            <a:chOff x="3491880" y="1274820"/>
            <a:chExt cx="432833" cy="432834"/>
          </a:xfrm>
        </p:grpSpPr>
        <p:sp>
          <p:nvSpPr>
            <p:cNvPr id="20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1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grpSp>
        <p:nvGrpSpPr>
          <p:cNvPr id="22" name="组合 21"/>
          <p:cNvGrpSpPr/>
          <p:nvPr userDrawn="1"/>
        </p:nvGrpSpPr>
        <p:grpSpPr>
          <a:xfrm>
            <a:off x="5004203" y="2468893"/>
            <a:ext cx="577111" cy="577112"/>
            <a:chOff x="4139952" y="1274820"/>
            <a:chExt cx="432833" cy="432834"/>
          </a:xfrm>
        </p:grpSpPr>
        <p:sp>
          <p:nvSpPr>
            <p:cNvPr id="23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sz="240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4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45720" tIns="22860" rIns="45720" bIns="22860" anchor="ctr"/>
            <a:lstStyle/>
            <a:p>
              <a:endParaRPr lang="en-US" sz="2400">
                <a:latin typeface="Roboto Light"/>
              </a:endParaRPr>
            </a:p>
          </p:txBody>
        </p:sp>
      </p:grpSp>
      <p:sp>
        <p:nvSpPr>
          <p:cNvPr id="25" name="文本框 24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8725278" y="6450175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  <a:endParaRPr kumimoji="0" lang="en-US" altLang="zh-CN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4"/>
            <a:ext cx="3441871" cy="799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29" y="99423"/>
            <a:ext cx="3708572" cy="86153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512-946F-491C-A78E-B874D25DDF2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963683-69C5-4225-8B2B-0C82CECB9400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1" y="6004875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Brush Script MT" panose="03060802040406070304" pitchFamily="66" charset="0"/>
                <a:ea typeface="华文隶书" panose="02010800040101010101" pitchFamily="2" charset="-122"/>
              </a:rPr>
              <a:t>In Pursuit of Excellence in Interpreting and Translation</a:t>
            </a:r>
            <a:endParaRPr lang="en-US" altLang="zh-CN" sz="2000" dirty="0">
              <a:solidFill>
                <a:schemeClr val="bg1">
                  <a:lumMod val="50000"/>
                </a:schemeClr>
              </a:solidFill>
              <a:latin typeface="Brush Script MT" panose="03060802040406070304" pitchFamily="66" charset="0"/>
              <a:ea typeface="华文隶书" panose="02010800040101010101" pitchFamily="2" charset="-122"/>
            </a:endParaRPr>
          </a:p>
          <a:p>
            <a:pPr algn="ctr"/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华文隶书" panose="02010800040101010101" pitchFamily="2" charset="-122"/>
                <a:ea typeface="华文隶书" panose="02010800040101010101" pitchFamily="2" charset="-122"/>
              </a:rPr>
              <a:t>译无止境，臻于至善</a:t>
            </a:r>
            <a:endParaRPr lang="zh-CN" altLang="en-US" sz="2000" dirty="0">
              <a:solidFill>
                <a:schemeClr val="bg1">
                  <a:lumMod val="50000"/>
                </a:schemeClr>
              </a:solidFill>
              <a:latin typeface="华文隶书" panose="02010800040101010101" pitchFamily="2" charset="-122"/>
              <a:ea typeface="华文隶书" panose="0201080004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3A9F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18438" y="3528422"/>
            <a:ext cx="2240280" cy="3683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Type somehing here</a:t>
            </a:r>
            <a:endParaRPr lang="en-US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918439" y="2472923"/>
            <a:ext cx="23545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/>
              <a:t>主标题</a:t>
            </a:r>
            <a:endParaRPr lang="zh-CN" altLang="en-US" sz="54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825386" y="2506980"/>
            <a:ext cx="3116580" cy="92202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prstClr val="black">
                    <a:lumMod val="85000"/>
                    <a:lumOff val="15000"/>
                  </a:prst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谢谢观看！</a:t>
            </a:r>
            <a:endParaRPr lang="zh-CN" altLang="en-US" sz="5400" dirty="0">
              <a:solidFill>
                <a:prstClr val="black">
                  <a:lumMod val="85000"/>
                  <a:lumOff val="15000"/>
                </a:prstClr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18438" y="3594462"/>
            <a:ext cx="2354580" cy="3683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prstClr val="white"/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type something here</a:t>
            </a:r>
            <a:endParaRPr lang="en-US" dirty="0">
              <a:solidFill>
                <a:prstClr val="white"/>
              </a:solidFill>
              <a:latin typeface="思源黑体 CN Light" panose="020B0300000000000000" pitchFamily="34" charset="-122"/>
              <a:ea typeface="思源黑体 CN Light" panose="020B0300000000000000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8000" fill="hold" grpId="0" nodeType="afterEffect" p14:presetBounceEnd="58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8000">
                                          <p:cBhvr additive="base">
                                            <p:cTn id="7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8000">
                                          <p:cBhvr additive="base">
                                            <p:cTn id="8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9" grpId="0" bldLvl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accel="58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25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9" fill="hold">
                          <p:stCondLst>
                            <p:cond delay="indefinite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4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9" grpId="0" bldLvl="0" animBg="1"/>
        </p:bldLst>
      </p:timing>
    </mc:Fallback>
  </mc:AlternateContent>
</p:sld>
</file>

<file path=ppt/tags/tag1.xml><?xml version="1.0" encoding="utf-8"?>
<p:tagLst xmlns:p="http://schemas.openxmlformats.org/presentationml/2006/main">
  <p:tag name="ISPRING_PRESENTATION_TITLE" val="PowerPoint 演示文稿"/>
  <p:tag name="KSO_WM_DOC_GUID" val="{7646b040-3551-49a0-9609-8286eb574aa4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</Words>
  <Application>WPS 演示</Application>
  <PresentationFormat>宽屏</PresentationFormat>
  <Paragraphs>8</Paragraphs>
  <Slides>6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9" baseType="lpstr">
      <vt:lpstr>Arial</vt:lpstr>
      <vt:lpstr>宋体</vt:lpstr>
      <vt:lpstr>Wingdings</vt:lpstr>
      <vt:lpstr>Brush Script MT</vt:lpstr>
      <vt:lpstr>华文隶书</vt:lpstr>
      <vt:lpstr>Calibri</vt:lpstr>
      <vt:lpstr>Roboto Light</vt:lpstr>
      <vt:lpstr>思源黑体 CN Light</vt:lpstr>
      <vt:lpstr>黑体</vt:lpstr>
      <vt:lpstr>Impact</vt:lpstr>
      <vt:lpstr>微软雅黑</vt:lpstr>
      <vt:lpstr>Arial</vt:lpstr>
      <vt:lpstr>Roboto condensed</vt:lpstr>
      <vt:lpstr>Segoe Print</vt:lpstr>
      <vt:lpstr>思源黑体 CN Bold</vt:lpstr>
      <vt:lpstr>FontAwesome</vt:lpstr>
      <vt:lpstr>Open Sans</vt:lpstr>
      <vt:lpstr>思源黑体 CN Heavy</vt:lpstr>
      <vt:lpstr>华文细黑</vt:lpstr>
      <vt:lpstr>微软雅黑 Light</vt:lpstr>
      <vt:lpstr>Arial Unicode MS</vt:lpstr>
      <vt:lpstr>Calibri Light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粒子点线</dc:title>
  <dc:creator>第一PPT</dc:creator>
  <cp:keywords>www.1ppt.com</cp:keywords>
  <dc:description>www.1ppt.com</dc:description>
  <cp:lastModifiedBy>86137</cp:lastModifiedBy>
  <cp:revision>114</cp:revision>
  <dcterms:created xsi:type="dcterms:W3CDTF">2018-09-11T09:25:00Z</dcterms:created>
  <dcterms:modified xsi:type="dcterms:W3CDTF">2025-06-08T03:40:41Z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2052-12.1.0.19770</vt:lpwstr>
  </property>
  <property fmtid="{D5CDD505-2E9C-101B-9397-08002B2CF9AE}" pid="3" name="ICV">
    <vt:lpwstr>BFA146773F4A4283BE0830DBF4813C0B_13</vt:lpwstr>
  </property>
</Properties>
</file>