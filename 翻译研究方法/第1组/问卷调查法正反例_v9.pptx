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77590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812482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604706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pic>
        <p:nvPicPr>
          <p:cNvPr id="3" name="Picture 2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1666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35324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145469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量表维度与题项（表 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作者把「笔记熟练度」拆成两个阶段：笔记记录（写笔记）、笔记理解（读笔记）。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再细分为四个维度：听记协调性、记录系统性、时效性、笔记使用。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这一步的意义在于：先把「要测什么」定义清楚，才能据此写出对应的题项。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pic>
        <p:nvPicPr>
          <p:cNvPr id="3" name="Picture 2" descr="zheng_p05_po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584" y="3931920"/>
            <a:ext cx="8686800" cy="14742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34296" y="3913632"/>
            <a:ext cx="8723376" cy="151083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52584" y="5451901"/>
            <a:ext cx="8686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初始题项库 74 题（论文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题项来源：学员的学习日志 + 译员访谈（4 名学员、6 名教师）。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初始题库 74 题，题干尽量采用译员自己的表达，避免学术腔。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这样做的好处是题目贴近实际，而不是研究者凭空编出来的。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pic>
        <p:nvPicPr>
          <p:cNvPr id="3" name="Picture 2" descr="zheng_p0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259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6251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5474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评审 28 题 · 试测 54 人 · 删 7 留 21（论文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1086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14518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93741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总量表 Cronbach's α = .901（论文 p8）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.901，各维度的信度也较高。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信度高，说明这份量表反复测、结果稳定可靠。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第五步：效度证据（一）内容与结构效度</a:t>
            </a: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494" y="1737360"/>
            <a:ext cx="2793545" cy="187451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38206" y="1719072"/>
            <a:ext cx="2830121" cy="191109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56494" y="3657599"/>
            <a:ext cx="27935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内容效度 CVI=1（p8）</a:t>
            </a: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941" y="3931920"/>
            <a:ext cx="4126098" cy="18745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05653" y="3913632"/>
            <a:ext cx="4162674" cy="191109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3941" y="5852159"/>
            <a:ext cx="412609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 60.49%（p9）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800981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结构效度：EFA 抽出 4 因子，累计解释 60.49%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第五步：效度证据（二）效标关联效度</a:t>
            </a: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808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61742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40965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效标系数 .473 / .539 / .556（论文 p10）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效标关联：与练习量 r=.473、动机 r=.539、绩效 r=.556 显著相关（均 p&lt;.01）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143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18029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9725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 &amp; Mustafa (2022)，Human Behavior and Emerging Technologies（开放获取）。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研究问题：本科翻译专业是否应引入「机器翻译 + 译后编辑（MTPE）」的流程？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工具：6 条李克特陈述（感知有用性 3 题、感知易用性 3 题，6 点）+ 4 道开放题，借用 TAM（技术接受模型）框架。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工具设计的问题</a:t>
            </a:r>
          </a:p>
        </p:txBody>
      </p:sp>
      <p:pic>
        <p:nvPicPr>
          <p:cNvPr id="3" name="Picture 2" descr="fan_p05_questionna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488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85413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77637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问卷题项原文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借了 TAM 框架说测「有用性」和「易用性」，但 6 道题是作者自己拟写的。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没有请专家评审，没有先试测，也没有检验这 6 题是否真的落在两个构念上。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简单说：借了框架的名字，没借框架的骨架，题目到底测的是什么说不清。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抽样与施测的问题</a:t>
            </a: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912" y="3931920"/>
            <a:ext cx="5806145" cy="173735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74624" y="3913632"/>
            <a:ext cx="5842721" cy="177393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92912" y="5714999"/>
            <a:ext cx="580614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样本：127 名本科生（大三 39 名、大四 88 名），来自西北一所高校。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抽样方式是便利抽样，但发出去多少、收回多少、有效多少，都没有报告。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后果：应答率、自选择偏差都无法判断；线上一次填答，也没有照应题和注意力检查。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数据分析的问题</a:t>
            </a:r>
          </a:p>
        </p:txBody>
      </p:sp>
      <p:pic>
        <p:nvPicPr>
          <p:cNvPr id="3" name="Picture 2" descr="fan_p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37360"/>
            <a:ext cx="4206240" cy="9744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19072"/>
            <a:ext cx="4242816" cy="101099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275749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数据分析结果</a:t>
            </a:r>
          </a:p>
        </p:txBody>
      </p:sp>
      <p:pic>
        <p:nvPicPr>
          <p:cNvPr id="6" name="Picture 5" descr="fan_p06_alph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3031818"/>
            <a:ext cx="4206240" cy="4872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525512" y="3013530"/>
            <a:ext cx="4242816" cy="52378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3564747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 Cronbach's α=.714 / .835（论文 p6）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只做了描述统计和单题相关，没有更深入的分析。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拿单个题项和课程成绩做相关，等于把「一道题」当成「整个构念的分数」来用。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6 题均值 4.02–4.55（都高于中点 3.5），作者就读作「总体积极」，却没有做检验。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结论越界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作者从「127 名学生一次横断面自陈、态度偏积极」，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直接得出「应把 MTPE 纳入本科教学」的结论。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问题在于：横断面问卷只能说明「有关联」，不能推出「应该做」。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反例的数据是真的、统计也报了，并不是造假。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问题在于证据链断裂：每一步只做了半句，前后衔接不上。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单题当构念：先把同一维度的题合成平均分、报 α，再做相关；措辞用「有关联」，不用「影响」。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汇报人：XXX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