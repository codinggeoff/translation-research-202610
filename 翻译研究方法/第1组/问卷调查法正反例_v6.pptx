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0574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0574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pic>
        <p:nvPicPr>
          <p:cNvPr id="4" name="Picture 3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作者把「笔记熟练度」拆成两个阶段：笔记记录（写笔记）、笔记理解（读笔记）。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再细分为四个维度：听记协调性、记录系统性、时效性、笔记使用。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这一步的意义在于：先把「要测什么」定义清楚，才能据此写出对应的题项。</a:t>
            </a:r>
          </a:p>
        </p:txBody>
      </p:sp>
      <p:pic>
        <p:nvPicPr>
          <p:cNvPr id="4" name="Picture 3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量表维度与题项（表 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题项来源：学员的学习日志 + 译员访谈（4 名学员、6 名教师）。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初始题库 74 题，题干尽量采用译员自己的表达，避免学术腔。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这样做的好处是题目贴近实际，而不是研究者凭空编出来的。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pic>
        <p:nvPicPr>
          <p:cNvPr id="4" name="Picture 3" descr="zheng_p07_item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题项分析结果（表 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.901，各维度的信度也较高。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信度高，说明这份量表反复测、结果稳定可靠。</a:t>
            </a:r>
          </a:p>
        </p:txBody>
      </p:sp>
      <p:pic>
        <p:nvPicPr>
          <p:cNvPr id="4" name="Picture 3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信度检验（表 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1.00，说明专家一致认为题目覆盖了要测的构念。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结构效度：因子分析抽出 4 个因子，与预设的四维度吻合，累计解释 60.49% 的变异。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效标关联：量表分与练习量（r=.473）、动机（r=.539）、绩效（r=.556）都显著相关。</a:t>
            </a:r>
          </a:p>
        </p:txBody>
      </p:sp>
      <p:pic>
        <p:nvPicPr>
          <p:cNvPr id="4" name="Picture 3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601214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637790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6012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0574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 &amp; Mustafa (2022)，Human Behavior and Emerging Technologies（开放获取）。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研究问题：本科翻译专业是否应引入「机器翻译 + 译后编辑（MTPE）」的流程？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工具：6 条李克特陈述（感知有用性 3 题、感知易用性 3 题，6 点）+ 4 道开放题，借用 TAM（技术接受模型）框架。</a:t>
            </a:r>
          </a:p>
        </p:txBody>
      </p:sp>
      <p:pic>
        <p:nvPicPr>
          <p:cNvPr id="4" name="Picture 3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工具设计的问题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借了 TAM 框架说测「有用性」和「易用性」，但 6 道题是作者自己拟写的。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没有请专家评审，没有先试测，也没有检验这 6 题是否真的落在两个构念上。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简单说：借了框架的名字，没借框架的骨架，题目到底测的是什么说不清。</a:t>
            </a:r>
          </a:p>
        </p:txBody>
      </p:sp>
      <p:pic>
        <p:nvPicPr>
          <p:cNvPr id="4" name="Picture 3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问卷题项原文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 名、大四 88 名），来自西北一所高校。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抽样方式是便利抽样，但发出去多少、收回多少、有效多少，都没有报告。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后果：应答率、自选择偏差都无法判断；线上一次填答，也没有照应题和注意力检查。</a:t>
            </a:r>
          </a:p>
        </p:txBody>
      </p:sp>
      <p:pic>
        <p:nvPicPr>
          <p:cNvPr id="4" name="Picture 3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309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只做了描述统计和单题相关，没有更深入的分析。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拿单个题项和课程成绩做相关，等于把「一道题」当成「整个构念的分数」来用。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6 题均值 4.02–4.55（都高于中点 3.5），作者就读作「总体积极」，却没有做检验。</a:t>
            </a:r>
          </a:p>
        </p:txBody>
      </p:sp>
      <p:pic>
        <p:nvPicPr>
          <p:cNvPr id="4" name="Picture 3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8803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719072"/>
            <a:ext cx="2916936" cy="38770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632703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数据分析结果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作者从「127 名学生一次横断面自陈、态度偏积极」，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直接得出「应把 MTPE 纳入本科教学」的结论。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问题在于：横断面问卷只能说明「有关联」，不能推出「应该做」。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反例的数据是真的、统计也报了，并不是造假。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问题在于证据链断裂：每一步只做了半句，前后衔接不上。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0574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0574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单题当构念：先把同一维度的题合成平均分、报 α，再做相关；措辞用「有关联」，不用「影响」。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