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基于两篇论文的正例与反例分析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汇报框架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一、研究背景与判断标准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二、正例：口译笔记熟练度量表的开发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三、反例：机器翻译译后编辑（MTPE）态度问卷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四、两篇论文的对照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五、启示：问卷设计与施测的规范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2860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为什么关注问卷调查法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问卷调查法是以标准化问卷为工具、系统收集数据的定量研究方法。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在翻译研究中，它常用于调查读者对译文的反应、译者的行为与策略、翻译教学的效果、翻译行业的现状等。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一份设计规范的问卷，能提供大规模、可比较的数据；一份设计随意的问卷，则会得出不可靠的结论。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因此，掌握「一份好问卷的标准」，对翻译研究非常重要。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判断标准：一条证据链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判断一份问卷研究是否可靠，可以看它有没有走通下面这条链：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研究问题（想回答什么）→ 构念与题项（把概念变成可答的题）→ 抽样与施测（向谁发、怎么收）→ 统计与结论（数据能撑到哪一步）。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链条闭合，结论才站得住；断在任何一环，结论都会悬空。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下面用两篇论文来对照：一篇是正例（口译研究），一篇是反例（笔译研究）。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2860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正例论文与研究问题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文献：周金华、董燕萍（2019），《外语教学与研究》51(6)：925-937。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研究问题：交替传译中的「笔记熟练度」看不见、摸不着，既不能靠看笔记成品来打分，也很难由他人代为评估。那么，它能否用一份自评量表测出来？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研究思路：先给「笔记熟练度」下一个可操作的定义，再编制量表，最后检验量表的信度和效度。</a:t>
            </a:r>
          </a:p>
        </p:txBody>
      </p:sp>
      <p:pic>
        <p:nvPicPr>
          <p:cNvPr id="4" name="Picture 3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2663147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581912"/>
            <a:ext cx="2699723" cy="39684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586983"/>
            <a:ext cx="2663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第一步：明确测量对象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作者把「笔记熟练度」拆成两个阶段：笔记记录（写笔记）、笔记理解（读笔记）。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再细分为四个维度：听记协调性、记录系统性、时效性、笔记使用。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这一步的意义在于：先把「要测什么」定义清楚，才能据此写出对应的题项。</a:t>
            </a:r>
          </a:p>
        </p:txBody>
      </p:sp>
      <p:pic>
        <p:nvPicPr>
          <p:cNvPr id="4" name="Picture 3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2663147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581912"/>
            <a:ext cx="2699723" cy="39684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586983"/>
            <a:ext cx="2663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量表维度与题项（表 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第二步：生成题库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题项来源：学员的学习日志 + 译员访谈（4 名学员、6 名教师）。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初始题库 74 题，题干尽量采用译员自己的表达，避免学术腔。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这样做的好处是题目贴近实际，而不是研究者凭空编出来的。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第三步：专家评审与试测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专家评审：5 名学员译员 + 3 名教师译员，三轮讨论、历时半年，收到 28 题、李克特 6 点。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试测删题：54 名学生试测，用极端组比较和同质性检验删掉 7 题，最终留 21 题。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作者还把量表改名为「口译笔记自我描述量表」，以降低社会赞许性，让人更愿意如实作答。</a:t>
            </a:r>
          </a:p>
        </p:txBody>
      </p:sp>
      <p:pic>
        <p:nvPicPr>
          <p:cNvPr id="4" name="Picture 3" descr="zheng_p07_item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2663147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581912"/>
            <a:ext cx="2699723" cy="39684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586983"/>
            <a:ext cx="2663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题项分析结果（表 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第四步：正式施测与信度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被试：144 名有近一学年笔记交传训练的本科生。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信度：总量表 Cronbach's α = .901，各维度的信度也较高。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信度高，说明这份量表反复测、结果稳定可靠。</a:t>
            </a:r>
          </a:p>
        </p:txBody>
      </p:sp>
      <p:pic>
        <p:nvPicPr>
          <p:cNvPr id="4" name="Picture 3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2663147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581912"/>
            <a:ext cx="2699723" cy="39684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586983"/>
            <a:ext cx="2663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信度检验（表 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内容效度：I-CVI、S-CVI 均为 1.00，说明专家一致认为题目覆盖了要测的构念。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结构效度：因子分析抽出 4 个因子，与预设的四维度吻合，累计解释 60.49% 的变异。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效标关联：量表分与练习量（r=.473）、动机（r=.539）、绩效（r=.556）都显著相关。</a:t>
            </a:r>
          </a:p>
        </p:txBody>
      </p:sp>
      <p:pic>
        <p:nvPicPr>
          <p:cNvPr id="4" name="Picture 3" descr="zheng_p09_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2663147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581912"/>
            <a:ext cx="2699723" cy="39684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586983"/>
            <a:ext cx="2663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因素分析结果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正例小结：值得借鉴之处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构念先于题项：先定义清楚要测什么，再写题，而不是想到什么问什么。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删题是设计、不是失败：从 74 题到 21 题，每一轮删减都有明确依据。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结论只走一步：只言「可测、能区分训练阶段」，不下「笔记好所以口译好」的因果结论。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21 个题项随论文附录公开，工具可复用、可被复核。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2860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反例论文与研究问题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文献：Yang &amp; Mustafa (2022)，Human Behavior and Emerging Technologies（开放获取）。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研究问题：本科翻译专业是否应引入「机器翻译 + 译后编辑（MTPE）」的流程？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工具：6 条李克特陈述（感知有用性 3 题、感知易用性 3 题，6 点）+ 4 道开放题，借用 TAM（技术接受模型）框架。</a:t>
            </a:r>
          </a:p>
        </p:txBody>
      </p:sp>
      <p:pic>
        <p:nvPicPr>
          <p:cNvPr id="4" name="Picture 3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2948940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581912"/>
            <a:ext cx="2985516" cy="39684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586983"/>
            <a:ext cx="29489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工具设计的问题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借了 TAM 框架说测「有用性」和「易用性」，但 6 道题是作者自己拟写的。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没有请专家评审，没有先试测，也没有检验这 6 题是否真的落在两个构念上。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简单说：借了框架的名字，没借框架的骨架，题目到底测的是什么说不清。</a:t>
            </a:r>
          </a:p>
        </p:txBody>
      </p:sp>
      <p:pic>
        <p:nvPicPr>
          <p:cNvPr id="4" name="Picture 3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2948940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581912"/>
            <a:ext cx="2985516" cy="39684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586983"/>
            <a:ext cx="29489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问卷题项原文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样本：127 名本科生（大三 39 名、大四 88 名），来自西北一所高校。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抽样方式是便利抽样，但发出去多少、收回多少、有效多少，都没有报告。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后果：应答率、自选择偏差都无法判断；线上一次填答，也没有照应题和注意力检查。</a:t>
            </a:r>
          </a:p>
        </p:txBody>
      </p:sp>
      <p:pic>
        <p:nvPicPr>
          <p:cNvPr id="4" name="Picture 3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2948940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581912"/>
            <a:ext cx="2985516" cy="39684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586983"/>
            <a:ext cx="29489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被试说明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数据分析的问题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只做了描述统计和单题相关，没有更深入的分析。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拿单个题项和课程成绩做相关，等于把「一道题」当成「整个构念的分数」来用。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6 题均值 4.02–4.55（都高于中点 3.5），作者就读作「总体积极」，却没有做检验。</a:t>
            </a:r>
          </a:p>
        </p:txBody>
      </p:sp>
      <p:pic>
        <p:nvPicPr>
          <p:cNvPr id="4" name="Picture 3" descr="fan_p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00200"/>
            <a:ext cx="2948940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96912" y="1581912"/>
            <a:ext cx="2985516" cy="39684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5586983"/>
            <a:ext cx="29489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数据分析结果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结论越界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作者从「127 名学生一次横断面自陈、态度偏积极」，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直接得出「应把 MTPE 纳入本科教学」的结论。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问题在于：横断面问卷只能说明「有关联」，不能推出「应该做」。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反例小结：不是造假，是证据链断裂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反例的数据是真的、统计也报了，并不是造假。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问题在于证据链断裂：每一步只做了半句，前后衔接不上。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最根本的一点：结论超出了数据能承担的范围。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2860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对照（一）：题项、构念、样本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题项来源：正例用日志 + 访谈 + 三轮评审，74→28→21；反例自拟 6 题，无评审、无前测。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构念对应：正例四维度、经因子分析验证；反例两个构念、从未检验。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样本：正例 144 人、纳入条件写明；反例 127 人、发放回收口径未报。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对照（二）：信度、效度、结论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信度：正例 α = .901；反例 α = .714 / .835。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效度：正例有内容效度 + 因子分析 + 三项效标；反例只有单题与成绩的相关。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结论：正例停在「可测、能区分阶段」；反例写到「可行、应纳入教学」，越过了数据。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22860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启示：问卷设计与施测的规范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交稿前的十问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我要回答什么问题？先写成一句可检验的问话。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题目和概念对得上吗？先定义概念，再列「概念 → 维度 → 题目」对照表。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题目是哪来的？沿用要注明出处，改编要说明改动，自编要交代生成过程。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问卷发给谁？写清总体、抽样范围，谁符合、谁不符合。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5. 三份数字报了吗？发放、回收、有效各多少，并先定「怎样算无效」。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6. 先试测了吗？正式发放前找人试填，或请专家把一次关。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7. 信效度报了吗？报 α 或 ω；问卷分多个维度，还要报 EFA / CFA。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8. 指导语写清楚了吗？说明用途、匿名、可以中途退出。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9. 题型和统计配吗？单选用频数、量表用均值、开放题用编码。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10. 结论有没有越界？横断面问卷只能说「有关联」，不能说「导致」。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反例的三处最小改法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题目来源：换成已验证的量表题目并注明出处；坚持自拟，就补一次因子分析或报告题总相关。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单题当构念：先把同一维度的题合成平均分、报 α，再做相关；措辞用「有关联」，不用「影响」。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结论越界：把结论收缩到「这 127 名学生（这所学校）」，并补上发放、回收、有效三份数字。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周金华、董燕萍（2019）. 口译笔记熟练度量表的开发. 外语教学与研究 51(6): 925-937.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Yang, Z. &amp; Mustafa, H. R. (2022). On postediting of machine translation and workflow. HBET, 5793054.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