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问卷调查法在翻译研究中的应用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正反案例：口译笔记熟练度与MTPE接受度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Questionnaire Survey in Translation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汇报人：陈冠臻    学号：20261210050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2026 年 10 月 12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" y="1691640"/>
            <a:ext cx="3383280" cy="3383280"/>
          </a:xfrm>
          <a:prstGeom prst="ellipse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606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7C86"/>
                </a:solidFill>
                <a:latin typeface="Times New Roman"/>
                <a:ea typeface="黑体"/>
                <a:cs typeface="黑体"/>
                <a:hAnsi typeface="黑体"/>
              </a:rPr>
              <a:t>目录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CONTENTS</a:t>
            </a:r>
          </a:p>
        </p:txBody>
      </p:sp>
      <p:sp>
        <p:nvSpPr>
          <p:cNvPr id="4" name="Oval 3"/>
          <p:cNvSpPr/>
          <p:nvPr/>
        </p:nvSpPr>
        <p:spPr>
          <a:xfrm>
            <a:off x="5212080" y="148132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70448" y="148132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研究背景与判断标准</a:t>
            </a:r>
          </a:p>
        </p:txBody>
      </p:sp>
      <p:sp>
        <p:nvSpPr>
          <p:cNvPr id="6" name="Oval 5"/>
          <p:cNvSpPr/>
          <p:nvPr/>
        </p:nvSpPr>
        <p:spPr>
          <a:xfrm>
            <a:off x="5212080" y="244144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0448" y="244144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正例：口译笔记熟练度量表的开发</a:t>
            </a:r>
          </a:p>
        </p:txBody>
      </p:sp>
      <p:sp>
        <p:nvSpPr>
          <p:cNvPr id="8" name="Oval 7"/>
          <p:cNvSpPr/>
          <p:nvPr/>
        </p:nvSpPr>
        <p:spPr>
          <a:xfrm>
            <a:off x="5212080" y="340156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0448" y="340156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反例：机器翻译译后编辑（MTPE）态度问卷</a:t>
            </a:r>
          </a:p>
        </p:txBody>
      </p:sp>
      <p:sp>
        <p:nvSpPr>
          <p:cNvPr id="10" name="Oval 9"/>
          <p:cNvSpPr/>
          <p:nvPr/>
        </p:nvSpPr>
        <p:spPr>
          <a:xfrm>
            <a:off x="5212080" y="436168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436168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对照、改进与启示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研究背景与判断标准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为什么选这两个案例？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两篇论文都以翻译专业学生为对象，都通过问卷来收集数据。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周金华、董燕萍（2019）是「开发测量工具」的研究：问卷本身就是要做出来的工具。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Yang &amp; Mustafa（2022）是「了解态度」的调查：问卷用来了解学生对机器翻译译后编辑（MTPE）的看法。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两者的对照重点，不是简单分出「谁好谁坏」，而是看研究问题、题目、样本、分析、结论这几步是否对得上。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问卷质量判断标准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1. 研究问题：究竟要描述态度、比较不同群体，还是要开发一个测量工具？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2. 概念与题目：抽象的概念，有没有变成清楚、单一、能回答的题目？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3. 抽样与施测：问卷发给谁、怎么抽取、发出和收回多少，是否都交代清楚？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4. 分析与结论：统计结果，能不能支撑作者最后说出的结论？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信度（reliability）：测量结果是否稳定、一致。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效度（validity）：测量是否准确，测到的是不是真正想测的东西。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正例：口译笔记熟练度量表的开发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正例的研究目标与构念</a:t>
            </a:r>
          </a:p>
        </p:txBody>
      </p:sp>
      <p:pic>
        <p:nvPicPr>
          <p:cNvPr id="3" name="Picture 2" descr="zheng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5385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515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738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文献：周金华、董燕萍（2019），《外语教学与研究》51(6)：925–937。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研究目标：开发一份量表，用来测量交替传译学习者的「笔记熟练度」，也就是记笔记的熟练程度。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「构念」指看不见、摸不着的抽象概念；这里就是「笔记熟练度」。作者把它分成四个维度（方面）：听记协调性、时效性、系统性、笔记使用。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关键定位：它测的是学习者「自己觉得怎么样」；所以准确的说法是「初步验证一份自评量表」，而不是「客观测量真实技能」。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正例：问卷开发流程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界定概念：依据文献、72 份学习日志、4 名学生译员访谈、6 名教师（职业译员）访谈，先把「笔记熟练度」定义清楚。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编写与评审题目：先写出 74 道题，经过 3 轮讨论，删改后得到 28 道题的预试量表。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预试：让 54 名学生试答，用几种方法检查题目质量（比如看得分高的人与得分低的人答题是否明显不同、每题与总分是否相关），删去 7 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正式施测：让 144 名学生完成剩下的 21 道题（每题在 1 到 6 之间打分），随后检验信度和效度。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优点：每一步都交代了方法，而不是「发了问卷就直接下结论」。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正例：证据链与主要结果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内部一致性（信度）：整份量表 α=.901，四个维度 α=.772–.859，说明题目内部很一致、测得稳。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内容效度：请 8 名专家判断题目内容是否恰当，各项指标都报告为 1.00（满分）。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结构效度：做因素分析（让数据自动分组），得到四个因素，与预设的四个维度一致，累计解释 60.49% 的差异。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外部关联（效标效度）：量表分数与练习量（r=.473）、学习动机（r=.539）、口译成绩（r=.556）都显著相关。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注意：这些结果支持「初步的信效度证据」，不等于一次性完成了最终验证。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正例：为什么值得学习？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目标一致：要开发量表，就真的做了题目开发和测量学检验，前后对得上。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来源多元：题目内容有文献、日志、访谈、专家评审共同支撑，不是凭空编的。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有预试：先小范围试答、检查题目，再正式施测，降低了「拿正式样本试错」的风险。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效度证据多类：没有把 Cronbach's α（信度指标）误当成全部的效度。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有教学价值：四个维度能帮助教师定位学生在具体哪个方面有困难。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正例：仍需保留的批判性判断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自评不等于真实技能：学生「觉得自己能看懂笔记」，不等于实际回忆的准确率真的高。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因素分析只在一个样本内做了，还缺独立样本的验证，以及跨组的测量不变性检验。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所用的分析方法（主成分加正交旋转）与「四个维度彼此相关」的理论预期并不完全一致。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横断面相关（同一时间点测一次）不能证明「练习导致熟练度提高」；初级与高级组的差异，也不等于个人的成长变化。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结论定位：这是一份较好的初步量表开发研究，还不是已经完成跨样本验证的成熟工具。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反例：机器翻译译后编辑（MTPE）态度问卷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反例的研究目标与问卷结构</a:t>
            </a:r>
          </a:p>
        </p:txBody>
      </p:sp>
      <p:pic>
        <p:nvPicPr>
          <p:cNvPr id="3" name="Picture 2" descr="fan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911" y="3931920"/>
            <a:ext cx="5744146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5623" y="3913632"/>
            <a:ext cx="5780722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3911" y="5714999"/>
            <a:ext cx="57441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文献：Yang &amp; Mustafa（2022），On Postediting of Machine Translation and Workflow for Undergraduate Translation Program in China，《Human Behavior and Emerging Technologies》。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研究关注：学生对 MTPE 的正 / 负反应、与课程成绩的关系、使用中的障碍。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问卷：Q1–Q6 是 6 道打分题（1–6 分）；Q7–Q10 是开放式问题。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主要发现：Q1–Q6 平均分高于中点，学生总体报告正面看法；Q9 出现「继续」「增加」「视情况」等态度。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反例：四个关键方法问题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理论与测量不匹配：借用了 TAM（技术接受模型），但没有完整测量态度、使用意向、实际使用；Q1–Q6 能否稳定地测出「有用性」「易用性」，也没充分验证。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题目质量报告不足：没有报告题目来源、专家评审、认知访谈或预试，题目是否清楚、是否覆盖概念，难以判断。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证据强度不足：报了信度（有用性 α=.714、易用性 α=.835），但缺内容效度、结构效度和区分效度。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样本与结论边界：只用一所学校的便利样本、同一时间点的自报数据，不能代表全体中国翻译学生，也不能证明真实使用或因果关系。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关键提醒：α 高，只能说明题目内部相关较好，不能单独证明问卷有效。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反例：最容易发生的三次「推断跳跃」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「我觉得 MTPE 有用」→「MTPE 确实提高了效率和质量」：个人感受不等于客观结果。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「我以后打算使用」→「学生会使用 MTPE」：使用意向不等于实际行为。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「成绩与某题相关」→「成绩是接受 MTPE 的决定因素」：相关不等于因果。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更稳妥的说法：学生在这批样本里报告了正面感受，并表现出较高的使用意向。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反例：怎样把问卷做得更严谨？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先把 MT（机器翻译）、MTPE（译后编辑）、CAT（计算机辅助翻译）、轻度 / 重度译后编辑等概念定义清楚，并给出统一的任务说明和例子。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每个概念用多道题来测（有用性、易用性、信任、态度、使用意向分别测），不用一道题代替整个概念。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题目先经专家评审、认知访谈、预试；报告 α 和 ω，并做因素分析。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先让受试完成真实的译后编辑任务，再填问卷；同时记录用时、编辑量、错误类型、最终质量。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把「使用意向」与实际使用记录分开；把课程成绩当作一个粗略的参考因素，而不是能力的绝对标准。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两篇论文的对照与启示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两篇论文的对照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研究目的：正例是开发测量工具；反例主要是描述态度与意向。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题目来源：正例有文献、日志、访谈、评审；反例的这些过程报告不足。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分析策略：正例报告了多类信效度证据；反例主要靠均值、相关、开放题归类。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结论分寸：正例只说到「初步验证」；反例则应当先从「本样本的自报感受」说起。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共同启示：问卷质量不由题目数量决定，而由证据链是否完整决定。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最终结论：一条可复用的问卷证据链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一条完整的问卷证据链是：研究问题 → 定义概念 → 设计 / 选择题目 → 专家评审与认知访谈 → 预试 → 正式施测 → 信度与效度 → 外部标准 → 谨慎解释。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正例提醒我们：问卷要像测量工具一样认真开发。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反例提醒我们：有打分题、有相关、有显著性，不等于完成了理论验证。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最重要的原则：结论不能超出问卷和研究设计真正能支持的范围。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参考文献与依据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周金华、董燕萍（2019）．口译笔记熟练度量表的开发．《外语教学与研究》，51(6)，925–937。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Yang, Z., &amp; Mustafa, H. R. (2022). On postediting of machine translation and workflow for undergraduate translation program in China. Human Behavior and Emerging Technologies, 2022, 5793054.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Kuznik, A., Hurtado Albir, A., &amp; Espinal Berenguer, A. (2010). The use of social surveys in Translation Studies. MonTI 2trans.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Harkness, J., Pennell, B. E., &amp; Schoua-Glusberg, A. (2004). Survey questionnaire translation and assessment.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补充网络来源：Wiley原文 https://onlinelibrary.wiley.com/doi/10.1155/2022/5793054；MonTI综述 https://www.raco.cat/index.php/MonTI/article/download/301211/390682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20 / 20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