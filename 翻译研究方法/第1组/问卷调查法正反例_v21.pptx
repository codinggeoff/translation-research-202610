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  <a:hAnsi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两篇论文都用问卷，调查翻译专业学生。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正例：周金华、董燕萍（2019），开发一份量表。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反例：Yang &amp; Mustafa（2022），问学生对机器翻译译后编辑的态度。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放在一起看：问题、题目、样本、分析、结论，这几步对不对得上。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判断一份问卷好不好，看四步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研究问题：要做什么，先写清楚。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概念与题目：抽象概念，要变成能答的题。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抽样与施测：发给谁、怎么抽、收回多少。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分析与结论：数据撑不撑得起结论。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 = 测得稳不稳；效度 = 测得准不准。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正例要做什么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周金华、董燕萍（2019），《外语教学与研究》。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目标：做一份量表，测交传学习者的笔记熟练度。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笔记熟练度看不见、摸不着，只能靠学生自评。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作者把它分成四个维度：听记协调、时效性、系统性、使用。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正例怎么一步步做</a:t>
            </a: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556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922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844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题项编写（论文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定概念：靠文献、72 份日志、4 名学生和 6 名教师的访谈。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写题：先写 74 题，3 轮讨论，删到 28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试测：54 名学生试答，再删 7 题，剩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正式测：144 名学生填，再检验信度和效度。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正例的结果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信度 α=.901（论文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信度：α=.901，题目很一致。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内容效度：8 名专家评，满分 1.00。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结构效度：因素分析分出 4 个维度，解释 60.49%。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效标：和练习量、动机、口译成绩都相关。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正例值得学的地方</a:t>
            </a:r>
          </a:p>
        </p:txBody>
      </p:sp>
      <p:pic>
        <p:nvPicPr>
          <p:cNvPr id="3" name="Picture 2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604" y="3931920"/>
            <a:ext cx="6080759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37316" y="3913632"/>
            <a:ext cx="6117336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55604" y="5714999"/>
            <a:ext cx="6080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因素分析 60.49%（论文 p9）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先想清楚要测什么，再写题。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题目有来源：文献、日志、访谈、评审。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先小范围试测，再正式用。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信度和效度都报了。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正例也有局限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自评不等于真实技能。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因素分析只在一个样本做。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相关不能证明练习导致提高。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定位：初步验证，还不是成熟工具。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反例要做什么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 &amp; Mustafa（2022）。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问：学生对机器翻译译后编辑的态度。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问卷：6 道打分题加 4 道开放题，127 名学生。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结果：学生总体觉得有用。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反例的问题</a:t>
            </a:r>
          </a:p>
        </p:txBody>
      </p:sp>
      <p:pic>
        <p:nvPicPr>
          <p:cNvPr id="3" name="Picture 2" descr="fan_p0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22" y="1783080"/>
            <a:ext cx="2826817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4934" y="1764792"/>
            <a:ext cx="2863393" cy="369417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23222" y="5486400"/>
            <a:ext cx="28268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问卷 6 题（论文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810026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借了 TAM 框架，但题目没跟上。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6 道题自己编的，没评审、没试测。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只报了信度，没报效度。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拿一道题当一个概念用。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反例三次想当然</a:t>
            </a: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单题相关（论文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觉得有用，不等于真的提高了效率。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打算用，不等于真的会用。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相关，不等于因果。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反例怎么改</a:t>
            </a:r>
          </a:p>
        </p:txBody>
      </p:sp>
      <p:pic>
        <p:nvPicPr>
          <p:cNvPr id="3" name="Picture 2" descr="fan_p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76" y="3931920"/>
            <a:ext cx="7942217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6588" y="3913632"/>
            <a:ext cx="7978793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4876" y="5714999"/>
            <a:ext cx="79422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信度 α=.714 / .835（论文 p6）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题目用现成量表，或者先验证。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三道题合成一个分数，别拿单题。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结论收窄到这批学生。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目的：正例做工具，反例问态度。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题目：正例有来源，反例没交代。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分析：正例多类证据，反例只有均值相关。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结论：正例克制，反例越界。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最后的结论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一条链：问题、概念、题目、评审试测、施测、信效度，再到下结论。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问卷要像工具一样做。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有打分、有相关，不等于验证。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结论别超过数据。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20 / 20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