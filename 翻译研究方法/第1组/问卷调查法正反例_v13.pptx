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/>
                <a:ea typeface="黑体"/>
                <a:cs typeface="黑体"/>
              </a:rPr>
              <a:t>目录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CONTENTS</a:t>
            </a: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研究背景与判断标准</a:t>
            </a: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正例：口译笔记熟练度量表的开发</a:t>
            </a: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反例：机器翻译译后编辑（MTPE）态度问卷</a:t>
            </a: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两篇论文的对照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5321807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21807"/>
            <a:ext cx="5760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启示：问卷设计与施测的规范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构念与题项（把构念变成可测的题项）→ 抽样与施测（向谁发、怎么收）→ 数据分析与结论（从数据能推出什么）。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正例研究流程：从构念到一份可复用的量表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界定构念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两阶段 × 四维度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7985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161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4601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编制题项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74 → 28 → 21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2779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7955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395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正式施测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144 名学生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7572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274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418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信度检验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α = .901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32366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97542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8982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效度验证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CVI / EFA / 效标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461" y="1691640"/>
            <a:ext cx="3990578" cy="2666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1173" y="1673352"/>
            <a:ext cx="4027154" cy="27033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59461" y="4404140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四个维度（表 1）</a:t>
            </a:r>
          </a:p>
        </p:txBody>
      </p:sp>
      <p:pic>
        <p:nvPicPr>
          <p:cNvPr id="6" name="Picture 5" descr="zheng_p04_constr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61" y="4632740"/>
            <a:ext cx="3990578" cy="1173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41173" y="4614452"/>
            <a:ext cx="4027154" cy="121027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9461" y="5852159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构念来源：日志 + 访谈（p4）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93650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作者先给「笔记熟练度」下可操作定义：拆成笔记记录、笔记理解两个阶段，再细分为四个维度。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构念从哪来？不是凭空想——分析了 72 份学员学习日志，访谈了 4 位学生译员、6 位口译教师。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先把「要测什么」定义清楚，才能据此写出对应的题项。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556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922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844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题项编写：译员表达 + 评审 + 74 题（论文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题项来源：借助上面的学习日志和访谈数据来写，不是凭空编。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写完后请 5 名口译学员、3 名口译教师评审，删改后再讨论；初始题库 74 题，经 3 轮评审历时半年，得到 28 题预试量表。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6945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73108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523313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评审 28 题 · 试测 54 人 · 删 7 留 21（论文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总量表 Cronbach's α = 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.901，各维度也较高。α 是「内部一致性」指标，取值 0–1，越接近 1 说明题目之间越一致、测量越稳定；通常 ≥ .7 可接受，≥ .9 优秀。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第五步：效度证据（一）内容与结构效度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内容效度 CVI=1（p8）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 60.49%（p9）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结构效度：EFA 抽出 4 因子，累计解释 60.49%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第五步：效度证据（二）效标关联效度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效标系数 .473 / .539 / .556（论文 p10）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效标关联：与练习量 r=.473、动机 r=.539、绩效 r=.556 显著相关（均 p&lt;.01）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文献：Yang, Z. &amp; Mustafa, H. R. (2022). On postediting of machine translation and workflow for undergraduate translation program in China. HBET,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研究问题：RQ1 学生对 MTPE 的正面/负面反应；RQ2 反应是否与两门课程成绩相关；RQ3 使用障碍是什么。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方法：混合方法——问卷（6 道题 + 4 道开放题）+ 定性编码。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环节一：借了 TAM 的框架</a:t>
            </a: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797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62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0851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理论框架 TAM（论文 p3）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框架：借 TAM，声称测「有用性」和「易用性」两个构念。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依据这两个构念来设计问卷，但题目却对不上框架的「骨架」。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环节一：6 道题自拟、未验证</a:t>
            </a:r>
          </a:p>
        </p:txBody>
      </p:sp>
      <p:pic>
        <p:nvPicPr>
          <p:cNvPr id="3" name="Picture 2" descr="fan_p0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22" y="1783080"/>
            <a:ext cx="2826817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4934" y="1764792"/>
            <a:ext cx="2863393" cy="369417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23222" y="5486400"/>
            <a:ext cx="28268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 6 题 + 4 开放题（论文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810026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题项：6 个陈述句（有用性 3 题 + 易用性 3 题）+ 4 道开放题，6 点李克特。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问题：全文只列出这 6 题，没交代沿用哪个现成量表、没有专家评审、没有试测。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等于题目从没验证过是不是真的在测那两个概念。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环节二：抽样与回收未报告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731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00972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80195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样本：西北一所高校翻译专业 127 人（大三 39、大四 88）。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问题：只写「127 名学生参与」，没写抽样方法（便利/随机），也没写发放、回收、有效各多少。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后果：无法判断应答率、代表性，也无法排除自选择偏差。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环节三：只有信度、没有效度</a:t>
            </a:r>
          </a:p>
        </p:txBody>
      </p:sp>
      <p:pic>
        <p:nvPicPr>
          <p:cNvPr id="3" name="Picture 2" descr="fan_p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76" y="3931920"/>
            <a:ext cx="7942217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6588" y="3913632"/>
            <a:ext cx="7978793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4876" y="5714999"/>
            <a:ext cx="79422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 α=.714 / .835（论文 p6）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信度：报了 Cronbach's α（有用性 .714、易用性 .835），这一步做到了。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效度：全文没有内容效度、没有因子分析，6 题是否真测「有用性/易用性」两个构念，未验证。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问题：只有信度、没有效度，量表的「有效性」悬空。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环节四：把一道题当一个构念</a:t>
            </a: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单题相关分析（论文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做法：拿 Q6 单题与 CAT 课程成绩相关（r=.746），Q2 单题与翻译实践成绩相关（r=-.419）。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问题：把「一道题」当成「一个构念」的分数来用，而不是先把同维度 3 题合成平均分再算。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后果：单题的相关系数不稳定，结论容易失真。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环节五：结论越过了数据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结论：从「127 名学生一次横断面自陈、态度偏积极」，得出「应把 MTPE 纳入本科教学」。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问题：横断面问卷 + 单题相关，只能说明「有关联」，推不出「应该做」。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反例：证据链在哪一环断裂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构念与题项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自拟 6 题、未验证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125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抽样方法 / 回收未报告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信度与效度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只有信度、没有效度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909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512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数据分析与结论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单题当构念 + 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反例的数据是真的、信度也报了，并不是造假。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问题在于证据链断裂：题项没来源、抽样没交代、只有信度没有效度、单题当构念。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题型和统计方法配吗？单选用频数、量表用均值、开放题用编码。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 3 题合成平均分（构念分），再用构念分做相关，而不是拿单题；措辞用「有关联」，不用「影响」。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