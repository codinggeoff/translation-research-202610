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正反案例：口译笔记熟练度与MTPE接受度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/>
                <a:ea typeface="黑体"/>
                <a:cs typeface="黑体"/>
                <a:hAnsi typeface="黑体"/>
              </a:rPr>
              <a:t>目录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研究背景与判断标准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正例：口译笔记熟练度量表的开发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反例：机器翻译译后编辑（MTPE）态度问卷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对照、改进与启示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为什么选这两个案例？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两篇都以翻译专业学生为对象，均使用问卷收集数据。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周金华、董燕萍（2019）是“量表开发型”研究：问卷本身就是核心测量工具。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 &amp; Mustafa（2022）是“应用型态度调查”：问卷用于了解学生对MTPE的感知与意向。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二者的对照重点不是简单区分好论文和坏论文，而是比较：研究问题、题项、样本、分析和结论是否对齐。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问卷质量判断标准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1. 研究问题：究竟要描述态度、比较群体，还是开发一个测量工具？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2. 构念与题项：抽象概念是否被转化为清楚、单一、可回答的题目？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3. 抽样与施测：调查对象、抽样方式、回收流程和有效样本是否透明？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4. 分析与结论：统计结果能否支持作者声称的效度、关系或因果结论？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信度（reliability）：结果是否具有一致性。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效度（validity）：证据是否支持对测量分数的解释和使用。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正例的研究目标与构念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周金华、董燕萍（2019），《外语教学与研究》51(6)：925–937。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研究目标：开发一个测量交替传译学习者“笔记熟练度”的自评量表。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四个预设维度：听记协调性、时效性、系统性、笔记使用。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关键定位：它测量的是学习者的自我感知；因此，“初步验证自评量表”比“客观测量真实技能”更准确。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正例：问卷开发流程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构念界定：文献 + 72份学习日志 + 4名学生译员访谈 + 6名教师/职业译员访谈。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题项生成与评审：74个初始题项 → 3轮评审与讨论 → 28题预试量表。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预试：54名本科生；结合极端组比较、题总相关、共同度和因素负荷量，删去7题。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正式施测：144名本科生完成21题、6点Likert量表；随后检验信度与效度。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优点：每个关键环节都有方法说明，而不是直接从“发问卷”跳到“下结论”。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正例：证据链与主要结果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内部一致性：总量表 α=.901；四个维度 α=.772–.859。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内容效度：8名专家；I-CVI、S-CVI/uA、S-CVI/Ave均报告为1.00。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结构证据：KMO=.854；因素分析得到四因素；累计解释60.49%变异。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外部关联：与笔记练习量 r=.473；与学习动机 r=.539；与口译绩效 r=.556。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注意：这些结果支持“初步信效度证据”，不等于一次性完成最终验证。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正例：为什么值得学习？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目标一致：研究要开发量表，因此确实进行了题项开发和测量学检验。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来源多元：文献、日志、访谈与专家评审共同支撑题项内容。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有预试：先检查题项，再进入正式施测，降低“正式样本替研究者试错”的风险。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有多类效度证据：不把Cronbach’s α误当成全部效度。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有教学解释力：四个维度可帮助教师定位学生的具体困难。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正例：仍需保留的批判性判断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自评不等于客观技能：学生“觉得能看懂笔记”，不等于实际回忆准确率或笔记信息覆盖率。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EFA在开发样本内完成，缺少独立样本CFA和测量不变性检验。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PCA与正交旋转不完全符合“四个相关成分技能”的理论预期。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横断面相关不能证明“练习导致熟练度提高”；初级/高级组差异也不等于个体发展。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结论定位：较好的初步量表开发研究，而非已经完成跨样本验证的成熟工具。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反例的研究目标与问卷结构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 &amp; Mustafa（2022），On Postediting of Machine Translation and Workflow for Undergraduate Translation Program in China，《Human Behavior and Emerging Technologies》，5793054。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研究关注：学生对MTPE的积极/消极反应、与课程成绩的关系、以及使用障碍。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问卷：Q1–Q6为6点Likert题；Q7–Q10为开放或半开放问题。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主要发现：Q1–Q6均值高于中点，学生总体报告了对MTPE的积极感知；Q9出现Continue、Increase、Depends等主题。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反例：四个关键方法问题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理论—测量不匹配：借用TAM，但未完整测量态度、行为意向和实际使用；Q1–Q6是否构成稳定PU/PEOU量表也未充分验证。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题项质量报告不足：论文未报告题项来源、专家评审、认知访谈或预试；因此构念覆盖和题意清晰度难以判断。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证据强度不足：信度有报告（PU α=.714；PEOU α=.835），但缺少相应的内容效度、结构效度和区分效度证据。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样本与结论边界：单校便利样本、横断面自报数据，不能直接代表中国翻译学生，也不能证明真实使用或因果关系。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关键提醒：α高，只能说明题项内部相关较好；不能单独证明问卷有效。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反例：最容易发生的三次“推断跳跃”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“我认为MTPE有用” → “MTPE确实提高了效率和质量”：感知不是客观任务结果。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“我以后打算使用” → “学生会使用MTPE”：行为意向不是实际行为。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“成绩与某题相关” → “成绩是接受MTPE的决定因素”：横断面相关不是因果关系。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更稳妥的表达：学生在本样本中报告了积极感知，并表现出较高的自报使用意向。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反例：怎样把问卷做得更严谨？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先定义MT、MTPE、CAT、light/full PE，给出统一任务说明和示例。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每个构念使用多题项：PU、PEOU、信任、态度、行为意向分别测量，不用单题替代整个构念。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题项先经过专家评审、认知访谈和预试；报告α与ω，并做EFA/CFA或至少题项结构检验。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先让被试完成真实PE任务，再填写任务后量表；同时记录用时、编辑距离、错误类型和最终质量。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将“使用意向”与实际使用日志分开；把课程成绩视为粗略协变量，而不是能力金标准。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两篇论文的对照与启示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两篇论文的对照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研究目的：正例开发测量工具；反例主要描述态度与意向。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题项来源：正例有文献、日志、访谈和评审；反例相关过程报告不足。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分析策略：正例报告多类信效度证据；反例主要依赖均值、相关与开放题归类。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结论边界：正例仍需降级为“初步验证”；反例更应限于“本样本中的自报感知与意向”。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共同启示：问卷质量不由题目数量决定，而由证据链是否完整决定。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最终结论：一条可复用的问卷证据链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研究问题 → 明确构念 → 设计/选择题项 → 专家评审与认知访谈 → 预试 → 正式施测 → 信度与效度 → 外部效标 → 克制解释。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正例提醒我们：问卷要像测量工具一样开发。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反例提醒我们：有Likert题、有相关、有显著性，不等于完成了理论验证。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最重要的原则：结论不能超过问卷设计和研究设计真正支持的范围。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参考文献与依据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周金华、董燕萍（2019）．口译笔记熟练度量表的开发．《外语教学与研究》，51(6)，925–937。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Yang, Z., &amp; Mustafa, H. R. (2022). On postediting of machine translation and workflow for undergraduate translation program in China. Human Behavior and Emerging Technologies, 2022, 5793054.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Kuznik, A., Hurtado Albir, A., &amp; Espinal Berenguer, A. (2010). The use of social surveys in Translation Studies. MonTI 2trans.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Harkness, J., Pennell, B. E., &amp; Schoua-Glusberg, A. (2004). Survey questionnaire translation and assessment.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补充网络来源：Wiley原文 https://onlinelibrary.wiley.com/doi/10.1155/2022/5793054；MonTI综述 https://www.raco.cat/index.php/MonTI/article/download/301211/390682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20 / 20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